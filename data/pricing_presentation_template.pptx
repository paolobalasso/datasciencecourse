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7F4EE"/>
                </a:solidFill>
              </a:rPr>
              <a:t>Pricing Optimisation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D4A017"/>
                </a:solidFill>
              </a:rPr>
              <a:t>Group exercise — Data Science Master 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7F4EE"/>
                </a:solidFill>
              </a:rPr>
              <a:t>Group: ____ | Members: ____  |  Date: 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7F4EE"/>
                </a:solidFill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</a:rPr>
              <a:t>One sentence with the recommendation and the expected revenue impact.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</a:rPr>
              <a:t>Use one big number. Make the CEO want to read 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7F4EE"/>
                </a:solidFill>
              </a:rPr>
              <a:t>Pricing Optimisation — Group Exercise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4A017"/>
                </a:solidFill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7F4EE"/>
                </a:solidFill>
              </a:rPr>
              <a:t>Business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</a:rPr>
              <a:t>Why does the CFO need this analysis?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</a:rPr>
              <a:t>What decision will it support?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7F4EE"/>
                </a:solidFill>
              </a:rPr>
              <a:t>Pricing Optimisation — Group Exercise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4A017"/>
                </a:solidFill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7F4EE"/>
                </a:solidFill>
              </a:rPr>
              <a:t>Approach (methodology in one paragraph)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</a:rPr>
              <a:t>What model did you fit and why.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</a:rPr>
              <a:t>Which variables did you control for and why.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</a:rPr>
              <a:t>No formulas — that goes in the backup.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7F4EE"/>
                </a:solidFill>
              </a:rPr>
              <a:t>Pricing Optimisation — Group Exercise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653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4A017"/>
                </a:solidFill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7F4EE"/>
                </a:solidFill>
              </a:rPr>
              <a:t>Key EDA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</a:rPr>
              <a:t>One chart that changes the story.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</a:rPr>
              <a:t>Caption it in one sentence.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7F4EE"/>
                </a:solidFill>
              </a:rPr>
              <a:t>Pricing Optimisation — Group Exercise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4A017"/>
                </a:solidFill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7F4EE"/>
                </a:solidFill>
              </a:rPr>
              <a:t>Per-product elasticities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</a:rPr>
              <a:t>Top-10 most elastic and top-10 least elastic.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</a:rPr>
              <a:t>Chart or table. Pick 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7F4EE"/>
                </a:solidFill>
              </a:rPr>
              <a:t>Pricing Optimisation — Group Exercise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4A017"/>
                </a:solidFill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7F4EE"/>
                </a:solidFill>
              </a:rPr>
              <a:t>Scenario simulation ±10%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</a:rPr>
              <a:t>Revenue at price × {0.9, 1.0, 1.1} for selected products.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</a:rPr>
              <a:t>Highlight the 3 actions with the largest upside.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7F4EE"/>
                </a:solidFill>
              </a:rPr>
              <a:t>Pricing Optimisation — Group Exercise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4A017"/>
                </a:solidFill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7F4EE"/>
                </a:solidFill>
              </a:rPr>
              <a:t>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</a:rPr>
              <a:t>Three bullets, CFO-ready.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</a:rPr>
              <a:t>Each bullet ends with a number (€ uplift, percentage points, etc.).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7F4EE"/>
                </a:solidFill>
              </a:rPr>
              <a:t>Pricing Optimisation — Group Exercise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4A017"/>
                </a:solidFill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7F4EE"/>
                </a:solidFill>
              </a:rPr>
              <a:t>Caveats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</a:rPr>
              <a:t>What does this model NOT answer?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</a:rPr>
              <a:t>What would you do next with more data?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7F4EE"/>
                </a:solidFill>
              </a:rPr>
              <a:t>Pricing Optimisation — Group Exercise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4A017"/>
                </a:solidFill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